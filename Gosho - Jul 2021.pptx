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4071B2-EF10-4A89-9458-7915AD9494C2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6E36B0-6911-40CC-83F3-E372E1D38BEB}">
      <dgm:prSet/>
      <dgm:spPr/>
      <dgm:t>
        <a:bodyPr/>
        <a:lstStyle/>
        <a:p>
          <a:r>
            <a:rPr lang="en-NZ" dirty="0"/>
            <a:t>How do we know if chanting Nam-</a:t>
          </a:r>
          <a:r>
            <a:rPr lang="en-NZ" dirty="0" err="1"/>
            <a:t>Myoho</a:t>
          </a:r>
          <a:r>
            <a:rPr lang="en-NZ" dirty="0"/>
            <a:t>-</a:t>
          </a:r>
          <a:r>
            <a:rPr lang="en-NZ" dirty="0" err="1"/>
            <a:t>Renge-Kyo</a:t>
          </a:r>
          <a:r>
            <a:rPr lang="en-NZ" dirty="0"/>
            <a:t> to the Gohonzon works?</a:t>
          </a:r>
          <a:endParaRPr lang="en-US" dirty="0"/>
        </a:p>
      </dgm:t>
    </dgm:pt>
    <dgm:pt modelId="{D17698B1-041F-4B22-B332-CC4A14AF68AD}" type="parTrans" cxnId="{AA9AA716-F85D-48B2-92FC-AD4EAA404748}">
      <dgm:prSet/>
      <dgm:spPr/>
      <dgm:t>
        <a:bodyPr/>
        <a:lstStyle/>
        <a:p>
          <a:endParaRPr lang="en-US"/>
        </a:p>
      </dgm:t>
    </dgm:pt>
    <dgm:pt modelId="{F1C23D7A-EE56-4DA2-AC61-5BA1C6172058}" type="sibTrans" cxnId="{AA9AA716-F85D-48B2-92FC-AD4EAA404748}">
      <dgm:prSet/>
      <dgm:spPr/>
      <dgm:t>
        <a:bodyPr/>
        <a:lstStyle/>
        <a:p>
          <a:endParaRPr lang="en-US"/>
        </a:p>
      </dgm:t>
    </dgm:pt>
    <dgm:pt modelId="{32572A2C-45DE-4A17-8D07-D5410471D070}">
      <dgm:prSet/>
      <dgm:spPr/>
      <dgm:t>
        <a:bodyPr/>
        <a:lstStyle/>
        <a:p>
          <a:r>
            <a:rPr lang="en-NZ" dirty="0"/>
            <a:t>What is the key to promoting unity and diversity?</a:t>
          </a:r>
          <a:endParaRPr lang="en-US" dirty="0"/>
        </a:p>
      </dgm:t>
    </dgm:pt>
    <dgm:pt modelId="{AEDD2CE1-D522-419A-B024-84B894040251}" type="parTrans" cxnId="{3E94CCD8-2F60-47DE-BB01-3EA5D9914DD5}">
      <dgm:prSet/>
      <dgm:spPr/>
      <dgm:t>
        <a:bodyPr/>
        <a:lstStyle/>
        <a:p>
          <a:endParaRPr lang="en-US"/>
        </a:p>
      </dgm:t>
    </dgm:pt>
    <dgm:pt modelId="{A5EE1A18-C43F-4BB1-BF61-6E896238DD8B}" type="sibTrans" cxnId="{3E94CCD8-2F60-47DE-BB01-3EA5D9914DD5}">
      <dgm:prSet/>
      <dgm:spPr/>
      <dgm:t>
        <a:bodyPr/>
        <a:lstStyle/>
        <a:p>
          <a:endParaRPr lang="en-US"/>
        </a:p>
      </dgm:t>
    </dgm:pt>
    <dgm:pt modelId="{130C5788-8B41-49AC-B9BE-AB03A8548D8C}">
      <dgm:prSet/>
      <dgm:spPr/>
      <dgm:t>
        <a:bodyPr/>
        <a:lstStyle/>
        <a:p>
          <a:r>
            <a:rPr lang="en-NZ" dirty="0"/>
            <a:t>The bond of mentor and disciple – what does it mean to you?</a:t>
          </a:r>
          <a:endParaRPr lang="en-US" dirty="0"/>
        </a:p>
      </dgm:t>
    </dgm:pt>
    <dgm:pt modelId="{37560240-8EF9-4A51-A60F-8E8934180F4C}" type="parTrans" cxnId="{80536DD4-1056-42B3-8801-99FC17379355}">
      <dgm:prSet/>
      <dgm:spPr/>
      <dgm:t>
        <a:bodyPr/>
        <a:lstStyle/>
        <a:p>
          <a:endParaRPr lang="en-US"/>
        </a:p>
      </dgm:t>
    </dgm:pt>
    <dgm:pt modelId="{F586D60E-C115-46BC-B015-9F98EE0A9161}" type="sibTrans" cxnId="{80536DD4-1056-42B3-8801-99FC17379355}">
      <dgm:prSet/>
      <dgm:spPr/>
      <dgm:t>
        <a:bodyPr/>
        <a:lstStyle/>
        <a:p>
          <a:endParaRPr lang="en-US"/>
        </a:p>
      </dgm:t>
    </dgm:pt>
    <dgm:pt modelId="{34D9CCAA-375A-4C18-AC8F-A1706719A6C7}" type="pres">
      <dgm:prSet presAssocID="{C34071B2-EF10-4A89-9458-7915AD9494C2}" presName="linear" presStyleCnt="0">
        <dgm:presLayoutVars>
          <dgm:animLvl val="lvl"/>
          <dgm:resizeHandles val="exact"/>
        </dgm:presLayoutVars>
      </dgm:prSet>
      <dgm:spPr/>
    </dgm:pt>
    <dgm:pt modelId="{F5F5E7CB-CBE3-4C93-A027-C4F77F5D59B3}" type="pres">
      <dgm:prSet presAssocID="{676E36B0-6911-40CC-83F3-E372E1D38BE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F0C3721-E9FE-43A6-ADA1-E1153685F048}" type="pres">
      <dgm:prSet presAssocID="{F1C23D7A-EE56-4DA2-AC61-5BA1C6172058}" presName="spacer" presStyleCnt="0"/>
      <dgm:spPr/>
    </dgm:pt>
    <dgm:pt modelId="{4C2BD9B6-0D70-4D5C-9249-C4263D640F24}" type="pres">
      <dgm:prSet presAssocID="{32572A2C-45DE-4A17-8D07-D5410471D0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30D01D-958A-4036-B023-56BA569A1917}" type="pres">
      <dgm:prSet presAssocID="{A5EE1A18-C43F-4BB1-BF61-6E896238DD8B}" presName="spacer" presStyleCnt="0"/>
      <dgm:spPr/>
    </dgm:pt>
    <dgm:pt modelId="{F9D02110-4268-4EF3-9ACC-5A52702DA036}" type="pres">
      <dgm:prSet presAssocID="{130C5788-8B41-49AC-B9BE-AB03A8548D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A9AA716-F85D-48B2-92FC-AD4EAA404748}" srcId="{C34071B2-EF10-4A89-9458-7915AD9494C2}" destId="{676E36B0-6911-40CC-83F3-E372E1D38BEB}" srcOrd="0" destOrd="0" parTransId="{D17698B1-041F-4B22-B332-CC4A14AF68AD}" sibTransId="{F1C23D7A-EE56-4DA2-AC61-5BA1C6172058}"/>
    <dgm:cxn modelId="{0C34B416-B8C5-49F8-974A-A833A5DA2FA7}" type="presOf" srcId="{676E36B0-6911-40CC-83F3-E372E1D38BEB}" destId="{F5F5E7CB-CBE3-4C93-A027-C4F77F5D59B3}" srcOrd="0" destOrd="0" presId="urn:microsoft.com/office/officeart/2005/8/layout/vList2"/>
    <dgm:cxn modelId="{A006184E-207A-488C-9ED4-EC1D88800949}" type="presOf" srcId="{32572A2C-45DE-4A17-8D07-D5410471D070}" destId="{4C2BD9B6-0D70-4D5C-9249-C4263D640F24}" srcOrd="0" destOrd="0" presId="urn:microsoft.com/office/officeart/2005/8/layout/vList2"/>
    <dgm:cxn modelId="{82483AB9-77A7-4041-8357-17D2D0CD7432}" type="presOf" srcId="{130C5788-8B41-49AC-B9BE-AB03A8548D8C}" destId="{F9D02110-4268-4EF3-9ACC-5A52702DA036}" srcOrd="0" destOrd="0" presId="urn:microsoft.com/office/officeart/2005/8/layout/vList2"/>
    <dgm:cxn modelId="{80536DD4-1056-42B3-8801-99FC17379355}" srcId="{C34071B2-EF10-4A89-9458-7915AD9494C2}" destId="{130C5788-8B41-49AC-B9BE-AB03A8548D8C}" srcOrd="2" destOrd="0" parTransId="{37560240-8EF9-4A51-A60F-8E8934180F4C}" sibTransId="{F586D60E-C115-46BC-B015-9F98EE0A9161}"/>
    <dgm:cxn modelId="{3E94CCD8-2F60-47DE-BB01-3EA5D9914DD5}" srcId="{C34071B2-EF10-4A89-9458-7915AD9494C2}" destId="{32572A2C-45DE-4A17-8D07-D5410471D070}" srcOrd="1" destOrd="0" parTransId="{AEDD2CE1-D522-419A-B024-84B894040251}" sibTransId="{A5EE1A18-C43F-4BB1-BF61-6E896238DD8B}"/>
    <dgm:cxn modelId="{167E5AD9-1E75-406A-923C-C2E47ECA2FA1}" type="presOf" srcId="{C34071B2-EF10-4A89-9458-7915AD9494C2}" destId="{34D9CCAA-375A-4C18-AC8F-A1706719A6C7}" srcOrd="0" destOrd="0" presId="urn:microsoft.com/office/officeart/2005/8/layout/vList2"/>
    <dgm:cxn modelId="{F7701BB8-2DDE-45BA-B166-F8FB8C2DC512}" type="presParOf" srcId="{34D9CCAA-375A-4C18-AC8F-A1706719A6C7}" destId="{F5F5E7CB-CBE3-4C93-A027-C4F77F5D59B3}" srcOrd="0" destOrd="0" presId="urn:microsoft.com/office/officeart/2005/8/layout/vList2"/>
    <dgm:cxn modelId="{27446DCC-ABC8-4FD3-AA8E-414F0A4B11CB}" type="presParOf" srcId="{34D9CCAA-375A-4C18-AC8F-A1706719A6C7}" destId="{7F0C3721-E9FE-43A6-ADA1-E1153685F048}" srcOrd="1" destOrd="0" presId="urn:microsoft.com/office/officeart/2005/8/layout/vList2"/>
    <dgm:cxn modelId="{77488710-261F-436C-B4EC-DDAE55F41D78}" type="presParOf" srcId="{34D9CCAA-375A-4C18-AC8F-A1706719A6C7}" destId="{4C2BD9B6-0D70-4D5C-9249-C4263D640F24}" srcOrd="2" destOrd="0" presId="urn:microsoft.com/office/officeart/2005/8/layout/vList2"/>
    <dgm:cxn modelId="{0CD29DE9-65F1-43B2-AD1C-376E6E9F54FA}" type="presParOf" srcId="{34D9CCAA-375A-4C18-AC8F-A1706719A6C7}" destId="{6B30D01D-958A-4036-B023-56BA569A1917}" srcOrd="3" destOrd="0" presId="urn:microsoft.com/office/officeart/2005/8/layout/vList2"/>
    <dgm:cxn modelId="{27E8B2D9-AC5E-4465-BB89-DA4C208CDA1B}" type="presParOf" srcId="{34D9CCAA-375A-4C18-AC8F-A1706719A6C7}" destId="{F9D02110-4268-4EF3-9ACC-5A52702DA0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63463E-241D-40F1-B5E0-6B2ED47F2FB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0641E64-5F9A-4864-B107-EB36C2261DE8}">
      <dgm:prSet/>
      <dgm:spPr/>
      <dgm:t>
        <a:bodyPr/>
        <a:lstStyle/>
        <a:p>
          <a:r>
            <a:rPr lang="en-NZ"/>
            <a:t>It fills us with the energy to face every difficult situation;</a:t>
          </a:r>
          <a:endParaRPr lang="en-US"/>
        </a:p>
      </dgm:t>
    </dgm:pt>
    <dgm:pt modelId="{A551DC07-0705-4BAA-98BC-00C272B26D56}" type="parTrans" cxnId="{25343BB5-32BE-41B5-B4E7-525824133FE2}">
      <dgm:prSet/>
      <dgm:spPr/>
      <dgm:t>
        <a:bodyPr/>
        <a:lstStyle/>
        <a:p>
          <a:endParaRPr lang="en-US"/>
        </a:p>
      </dgm:t>
    </dgm:pt>
    <dgm:pt modelId="{6EBB3DB3-E430-4222-AE9C-6DE8FE56F9A0}" type="sibTrans" cxnId="{25343BB5-32BE-41B5-B4E7-525824133FE2}">
      <dgm:prSet/>
      <dgm:spPr/>
      <dgm:t>
        <a:bodyPr/>
        <a:lstStyle/>
        <a:p>
          <a:endParaRPr lang="en-US"/>
        </a:p>
      </dgm:t>
    </dgm:pt>
    <dgm:pt modelId="{0515256A-CACD-494E-B567-FE2ED6C40A7E}">
      <dgm:prSet/>
      <dgm:spPr/>
      <dgm:t>
        <a:bodyPr/>
        <a:lstStyle/>
        <a:p>
          <a:r>
            <a:rPr lang="en-NZ"/>
            <a:t>Strengthens our life force and makes us unbeatable;</a:t>
          </a:r>
          <a:endParaRPr lang="en-US"/>
        </a:p>
      </dgm:t>
    </dgm:pt>
    <dgm:pt modelId="{97D31D21-B368-4318-8363-A102C56E8361}" type="parTrans" cxnId="{43EB6C49-8BD8-4CA0-92F3-DECD1455EFA9}">
      <dgm:prSet/>
      <dgm:spPr/>
      <dgm:t>
        <a:bodyPr/>
        <a:lstStyle/>
        <a:p>
          <a:endParaRPr lang="en-US"/>
        </a:p>
      </dgm:t>
    </dgm:pt>
    <dgm:pt modelId="{3137D823-43CF-4064-8029-43EB018C8939}" type="sibTrans" cxnId="{43EB6C49-8BD8-4CA0-92F3-DECD1455EFA9}">
      <dgm:prSet/>
      <dgm:spPr/>
      <dgm:t>
        <a:bodyPr/>
        <a:lstStyle/>
        <a:p>
          <a:endParaRPr lang="en-US"/>
        </a:p>
      </dgm:t>
    </dgm:pt>
    <dgm:pt modelId="{131ED391-D823-48D5-B594-EDF695141DB3}">
      <dgm:prSet/>
      <dgm:spPr/>
      <dgm:t>
        <a:bodyPr/>
        <a:lstStyle/>
        <a:p>
          <a:r>
            <a:rPr lang="en-NZ"/>
            <a:t>It enables us to exercise our wisdom and intellect;</a:t>
          </a:r>
          <a:endParaRPr lang="en-US"/>
        </a:p>
      </dgm:t>
    </dgm:pt>
    <dgm:pt modelId="{47E5E1F3-DEDF-40C8-9BE5-BDFC271E2581}" type="parTrans" cxnId="{E2026825-E9D7-4B16-B057-9F5A5254845E}">
      <dgm:prSet/>
      <dgm:spPr/>
      <dgm:t>
        <a:bodyPr/>
        <a:lstStyle/>
        <a:p>
          <a:endParaRPr lang="en-US"/>
        </a:p>
      </dgm:t>
    </dgm:pt>
    <dgm:pt modelId="{AE04504C-84D8-4B2E-BE41-666A7E7BD2EC}" type="sibTrans" cxnId="{E2026825-E9D7-4B16-B057-9F5A5254845E}">
      <dgm:prSet/>
      <dgm:spPr/>
      <dgm:t>
        <a:bodyPr/>
        <a:lstStyle/>
        <a:p>
          <a:endParaRPr lang="en-US"/>
        </a:p>
      </dgm:t>
    </dgm:pt>
    <dgm:pt modelId="{E7B7927C-EA2D-43D3-8281-2B6F56743CE9}">
      <dgm:prSet/>
      <dgm:spPr/>
      <dgm:t>
        <a:bodyPr/>
        <a:lstStyle/>
        <a:p>
          <a:r>
            <a:rPr lang="en-NZ"/>
            <a:t>Sets us on a sure path leading to good fortune and benefit;</a:t>
          </a:r>
          <a:endParaRPr lang="en-US"/>
        </a:p>
      </dgm:t>
    </dgm:pt>
    <dgm:pt modelId="{6A181E67-75FC-47DF-BADB-CF04A6D3A17B}" type="parTrans" cxnId="{D40577B3-7BAF-444E-B929-18EC55EB8133}">
      <dgm:prSet/>
      <dgm:spPr/>
      <dgm:t>
        <a:bodyPr/>
        <a:lstStyle/>
        <a:p>
          <a:endParaRPr lang="en-US"/>
        </a:p>
      </dgm:t>
    </dgm:pt>
    <dgm:pt modelId="{C93A4916-8F17-4F47-9944-AE424BF9BB87}" type="sibTrans" cxnId="{D40577B3-7BAF-444E-B929-18EC55EB8133}">
      <dgm:prSet/>
      <dgm:spPr/>
      <dgm:t>
        <a:bodyPr/>
        <a:lstStyle/>
        <a:p>
          <a:endParaRPr lang="en-US"/>
        </a:p>
      </dgm:t>
    </dgm:pt>
    <dgm:pt modelId="{5CF8E717-A353-4325-85EF-267EF6F12931}">
      <dgm:prSet/>
      <dgm:spPr/>
      <dgm:t>
        <a:bodyPr/>
        <a:lstStyle/>
        <a:p>
          <a:r>
            <a:rPr lang="en-NZ"/>
            <a:t>Allow us to advance to victory</a:t>
          </a:r>
          <a:endParaRPr lang="en-US"/>
        </a:p>
      </dgm:t>
    </dgm:pt>
    <dgm:pt modelId="{F442CABE-4E4A-4C0B-9420-CD6D16D4A220}" type="parTrans" cxnId="{C92E3B26-8143-4E2B-BEC5-09A7D38DEBD8}">
      <dgm:prSet/>
      <dgm:spPr/>
      <dgm:t>
        <a:bodyPr/>
        <a:lstStyle/>
        <a:p>
          <a:endParaRPr lang="en-US"/>
        </a:p>
      </dgm:t>
    </dgm:pt>
    <dgm:pt modelId="{E214591E-AD0B-48DF-8DC1-3E39C6890070}" type="sibTrans" cxnId="{C92E3B26-8143-4E2B-BEC5-09A7D38DEBD8}">
      <dgm:prSet/>
      <dgm:spPr/>
      <dgm:t>
        <a:bodyPr/>
        <a:lstStyle/>
        <a:p>
          <a:endParaRPr lang="en-US"/>
        </a:p>
      </dgm:t>
    </dgm:pt>
    <dgm:pt modelId="{91B6DAC7-AE08-4F69-B4F4-7C01ECA25B46}" type="pres">
      <dgm:prSet presAssocID="{5963463E-241D-40F1-B5E0-6B2ED47F2FB3}" presName="vert0" presStyleCnt="0">
        <dgm:presLayoutVars>
          <dgm:dir/>
          <dgm:animOne val="branch"/>
          <dgm:animLvl val="lvl"/>
        </dgm:presLayoutVars>
      </dgm:prSet>
      <dgm:spPr/>
    </dgm:pt>
    <dgm:pt modelId="{931FEBF7-0258-4364-9052-83EB7BF5515D}" type="pres">
      <dgm:prSet presAssocID="{D0641E64-5F9A-4864-B107-EB36C2261DE8}" presName="thickLine" presStyleLbl="alignNode1" presStyleIdx="0" presStyleCnt="5"/>
      <dgm:spPr/>
    </dgm:pt>
    <dgm:pt modelId="{B3D3366A-D7A5-462B-8FE6-EC75A6307F15}" type="pres">
      <dgm:prSet presAssocID="{D0641E64-5F9A-4864-B107-EB36C2261DE8}" presName="horz1" presStyleCnt="0"/>
      <dgm:spPr/>
    </dgm:pt>
    <dgm:pt modelId="{4F175E59-2E73-497F-9564-A1851E947289}" type="pres">
      <dgm:prSet presAssocID="{D0641E64-5F9A-4864-B107-EB36C2261DE8}" presName="tx1" presStyleLbl="revTx" presStyleIdx="0" presStyleCnt="5"/>
      <dgm:spPr/>
    </dgm:pt>
    <dgm:pt modelId="{3715CAE4-718B-4422-A8D3-C11E5425B16F}" type="pres">
      <dgm:prSet presAssocID="{D0641E64-5F9A-4864-B107-EB36C2261DE8}" presName="vert1" presStyleCnt="0"/>
      <dgm:spPr/>
    </dgm:pt>
    <dgm:pt modelId="{1DA6C860-A2B3-4AE8-AFFF-B7219A9AF125}" type="pres">
      <dgm:prSet presAssocID="{0515256A-CACD-494E-B567-FE2ED6C40A7E}" presName="thickLine" presStyleLbl="alignNode1" presStyleIdx="1" presStyleCnt="5"/>
      <dgm:spPr/>
    </dgm:pt>
    <dgm:pt modelId="{E61600B3-E558-4612-9174-79F1A81C7399}" type="pres">
      <dgm:prSet presAssocID="{0515256A-CACD-494E-B567-FE2ED6C40A7E}" presName="horz1" presStyleCnt="0"/>
      <dgm:spPr/>
    </dgm:pt>
    <dgm:pt modelId="{C860BDA3-A34D-4C2F-B6C3-15EAD9C394E6}" type="pres">
      <dgm:prSet presAssocID="{0515256A-CACD-494E-B567-FE2ED6C40A7E}" presName="tx1" presStyleLbl="revTx" presStyleIdx="1" presStyleCnt="5"/>
      <dgm:spPr/>
    </dgm:pt>
    <dgm:pt modelId="{315E2F80-06AF-421F-8FF0-565A43C8F271}" type="pres">
      <dgm:prSet presAssocID="{0515256A-CACD-494E-B567-FE2ED6C40A7E}" presName="vert1" presStyleCnt="0"/>
      <dgm:spPr/>
    </dgm:pt>
    <dgm:pt modelId="{A8D5E5A9-8C88-45B8-B9C8-3152FC8361C4}" type="pres">
      <dgm:prSet presAssocID="{131ED391-D823-48D5-B594-EDF695141DB3}" presName="thickLine" presStyleLbl="alignNode1" presStyleIdx="2" presStyleCnt="5"/>
      <dgm:spPr/>
    </dgm:pt>
    <dgm:pt modelId="{51EB72B0-BC0E-4E92-B5D7-6CB6968B9A49}" type="pres">
      <dgm:prSet presAssocID="{131ED391-D823-48D5-B594-EDF695141DB3}" presName="horz1" presStyleCnt="0"/>
      <dgm:spPr/>
    </dgm:pt>
    <dgm:pt modelId="{ABAB7043-2B18-44F7-9CFD-B1A3CCE00387}" type="pres">
      <dgm:prSet presAssocID="{131ED391-D823-48D5-B594-EDF695141DB3}" presName="tx1" presStyleLbl="revTx" presStyleIdx="2" presStyleCnt="5"/>
      <dgm:spPr/>
    </dgm:pt>
    <dgm:pt modelId="{AD71B2CD-BC20-4D4C-92BD-C6515AA851F7}" type="pres">
      <dgm:prSet presAssocID="{131ED391-D823-48D5-B594-EDF695141DB3}" presName="vert1" presStyleCnt="0"/>
      <dgm:spPr/>
    </dgm:pt>
    <dgm:pt modelId="{FF3EF31F-4D46-403F-A4EC-1E10A78332C8}" type="pres">
      <dgm:prSet presAssocID="{E7B7927C-EA2D-43D3-8281-2B6F56743CE9}" presName="thickLine" presStyleLbl="alignNode1" presStyleIdx="3" presStyleCnt="5"/>
      <dgm:spPr/>
    </dgm:pt>
    <dgm:pt modelId="{2C21C662-E2BF-404E-801F-1A0A3F6FD75E}" type="pres">
      <dgm:prSet presAssocID="{E7B7927C-EA2D-43D3-8281-2B6F56743CE9}" presName="horz1" presStyleCnt="0"/>
      <dgm:spPr/>
    </dgm:pt>
    <dgm:pt modelId="{30E400F8-9BF7-439B-AC4C-832605D8D6F4}" type="pres">
      <dgm:prSet presAssocID="{E7B7927C-EA2D-43D3-8281-2B6F56743CE9}" presName="tx1" presStyleLbl="revTx" presStyleIdx="3" presStyleCnt="5"/>
      <dgm:spPr/>
    </dgm:pt>
    <dgm:pt modelId="{67FEF4A2-776B-4020-9674-9F48D522BF7E}" type="pres">
      <dgm:prSet presAssocID="{E7B7927C-EA2D-43D3-8281-2B6F56743CE9}" presName="vert1" presStyleCnt="0"/>
      <dgm:spPr/>
    </dgm:pt>
    <dgm:pt modelId="{BDEB3B36-843C-4F73-8043-436461BC4677}" type="pres">
      <dgm:prSet presAssocID="{5CF8E717-A353-4325-85EF-267EF6F12931}" presName="thickLine" presStyleLbl="alignNode1" presStyleIdx="4" presStyleCnt="5"/>
      <dgm:spPr/>
    </dgm:pt>
    <dgm:pt modelId="{58A5FAF9-0A2E-4D70-9F3D-AF58BDA0889A}" type="pres">
      <dgm:prSet presAssocID="{5CF8E717-A353-4325-85EF-267EF6F12931}" presName="horz1" presStyleCnt="0"/>
      <dgm:spPr/>
    </dgm:pt>
    <dgm:pt modelId="{F64940F0-A30C-40CA-8A72-B7570C46E369}" type="pres">
      <dgm:prSet presAssocID="{5CF8E717-A353-4325-85EF-267EF6F12931}" presName="tx1" presStyleLbl="revTx" presStyleIdx="4" presStyleCnt="5"/>
      <dgm:spPr/>
    </dgm:pt>
    <dgm:pt modelId="{0540775D-0656-47A9-A92C-8DA551483D51}" type="pres">
      <dgm:prSet presAssocID="{5CF8E717-A353-4325-85EF-267EF6F12931}" presName="vert1" presStyleCnt="0"/>
      <dgm:spPr/>
    </dgm:pt>
  </dgm:ptLst>
  <dgm:cxnLst>
    <dgm:cxn modelId="{3DCEA223-BAD0-42D4-84D6-282183410EE3}" type="presOf" srcId="{5CF8E717-A353-4325-85EF-267EF6F12931}" destId="{F64940F0-A30C-40CA-8A72-B7570C46E369}" srcOrd="0" destOrd="0" presId="urn:microsoft.com/office/officeart/2008/layout/LinedList"/>
    <dgm:cxn modelId="{E2026825-E9D7-4B16-B057-9F5A5254845E}" srcId="{5963463E-241D-40F1-B5E0-6B2ED47F2FB3}" destId="{131ED391-D823-48D5-B594-EDF695141DB3}" srcOrd="2" destOrd="0" parTransId="{47E5E1F3-DEDF-40C8-9BE5-BDFC271E2581}" sibTransId="{AE04504C-84D8-4B2E-BE41-666A7E7BD2EC}"/>
    <dgm:cxn modelId="{C92E3B26-8143-4E2B-BEC5-09A7D38DEBD8}" srcId="{5963463E-241D-40F1-B5E0-6B2ED47F2FB3}" destId="{5CF8E717-A353-4325-85EF-267EF6F12931}" srcOrd="4" destOrd="0" parTransId="{F442CABE-4E4A-4C0B-9420-CD6D16D4A220}" sibTransId="{E214591E-AD0B-48DF-8DC1-3E39C6890070}"/>
    <dgm:cxn modelId="{43EB6C49-8BD8-4CA0-92F3-DECD1455EFA9}" srcId="{5963463E-241D-40F1-B5E0-6B2ED47F2FB3}" destId="{0515256A-CACD-494E-B567-FE2ED6C40A7E}" srcOrd="1" destOrd="0" parTransId="{97D31D21-B368-4318-8363-A102C56E8361}" sibTransId="{3137D823-43CF-4064-8029-43EB018C8939}"/>
    <dgm:cxn modelId="{F81F418A-CBBC-4A2C-926C-652D6F338BC4}" type="presOf" srcId="{0515256A-CACD-494E-B567-FE2ED6C40A7E}" destId="{C860BDA3-A34D-4C2F-B6C3-15EAD9C394E6}" srcOrd="0" destOrd="0" presId="urn:microsoft.com/office/officeart/2008/layout/LinedList"/>
    <dgm:cxn modelId="{BF441F8B-E0B4-414F-89D3-3F39663B4A4C}" type="presOf" srcId="{D0641E64-5F9A-4864-B107-EB36C2261DE8}" destId="{4F175E59-2E73-497F-9564-A1851E947289}" srcOrd="0" destOrd="0" presId="urn:microsoft.com/office/officeart/2008/layout/LinedList"/>
    <dgm:cxn modelId="{D40577B3-7BAF-444E-B929-18EC55EB8133}" srcId="{5963463E-241D-40F1-B5E0-6B2ED47F2FB3}" destId="{E7B7927C-EA2D-43D3-8281-2B6F56743CE9}" srcOrd="3" destOrd="0" parTransId="{6A181E67-75FC-47DF-BADB-CF04A6D3A17B}" sibTransId="{C93A4916-8F17-4F47-9944-AE424BF9BB87}"/>
    <dgm:cxn modelId="{25343BB5-32BE-41B5-B4E7-525824133FE2}" srcId="{5963463E-241D-40F1-B5E0-6B2ED47F2FB3}" destId="{D0641E64-5F9A-4864-B107-EB36C2261DE8}" srcOrd="0" destOrd="0" parTransId="{A551DC07-0705-4BAA-98BC-00C272B26D56}" sibTransId="{6EBB3DB3-E430-4222-AE9C-6DE8FE56F9A0}"/>
    <dgm:cxn modelId="{6017FFD6-46FB-46AC-95FD-1A575A32310D}" type="presOf" srcId="{131ED391-D823-48D5-B594-EDF695141DB3}" destId="{ABAB7043-2B18-44F7-9CFD-B1A3CCE00387}" srcOrd="0" destOrd="0" presId="urn:microsoft.com/office/officeart/2008/layout/LinedList"/>
    <dgm:cxn modelId="{38EAC2F6-0F69-441A-A370-B7DF3FA81C8D}" type="presOf" srcId="{E7B7927C-EA2D-43D3-8281-2B6F56743CE9}" destId="{30E400F8-9BF7-439B-AC4C-832605D8D6F4}" srcOrd="0" destOrd="0" presId="urn:microsoft.com/office/officeart/2008/layout/LinedList"/>
    <dgm:cxn modelId="{375136F9-288F-425B-952E-5A5D67DA9B7C}" type="presOf" srcId="{5963463E-241D-40F1-B5E0-6B2ED47F2FB3}" destId="{91B6DAC7-AE08-4F69-B4F4-7C01ECA25B46}" srcOrd="0" destOrd="0" presId="urn:microsoft.com/office/officeart/2008/layout/LinedList"/>
    <dgm:cxn modelId="{1E3872DC-68CE-4B69-87E6-B1FBF0E2E40F}" type="presParOf" srcId="{91B6DAC7-AE08-4F69-B4F4-7C01ECA25B46}" destId="{931FEBF7-0258-4364-9052-83EB7BF5515D}" srcOrd="0" destOrd="0" presId="urn:microsoft.com/office/officeart/2008/layout/LinedList"/>
    <dgm:cxn modelId="{E3149B48-EC01-4851-9FE3-E531DF9340BD}" type="presParOf" srcId="{91B6DAC7-AE08-4F69-B4F4-7C01ECA25B46}" destId="{B3D3366A-D7A5-462B-8FE6-EC75A6307F15}" srcOrd="1" destOrd="0" presId="urn:microsoft.com/office/officeart/2008/layout/LinedList"/>
    <dgm:cxn modelId="{C36ACAAA-45F5-41B0-88E6-8E02B3D33429}" type="presParOf" srcId="{B3D3366A-D7A5-462B-8FE6-EC75A6307F15}" destId="{4F175E59-2E73-497F-9564-A1851E947289}" srcOrd="0" destOrd="0" presId="urn:microsoft.com/office/officeart/2008/layout/LinedList"/>
    <dgm:cxn modelId="{A0C794F8-1D20-447D-B8A2-A44026E6C519}" type="presParOf" srcId="{B3D3366A-D7A5-462B-8FE6-EC75A6307F15}" destId="{3715CAE4-718B-4422-A8D3-C11E5425B16F}" srcOrd="1" destOrd="0" presId="urn:microsoft.com/office/officeart/2008/layout/LinedList"/>
    <dgm:cxn modelId="{91CBEC2A-53AD-4F68-81D0-09DAB2482832}" type="presParOf" srcId="{91B6DAC7-AE08-4F69-B4F4-7C01ECA25B46}" destId="{1DA6C860-A2B3-4AE8-AFFF-B7219A9AF125}" srcOrd="2" destOrd="0" presId="urn:microsoft.com/office/officeart/2008/layout/LinedList"/>
    <dgm:cxn modelId="{311C7D88-F8CE-4F71-BB3D-60A7F6A88BAF}" type="presParOf" srcId="{91B6DAC7-AE08-4F69-B4F4-7C01ECA25B46}" destId="{E61600B3-E558-4612-9174-79F1A81C7399}" srcOrd="3" destOrd="0" presId="urn:microsoft.com/office/officeart/2008/layout/LinedList"/>
    <dgm:cxn modelId="{F13A2C90-9335-4479-9E74-C34D62A6E045}" type="presParOf" srcId="{E61600B3-E558-4612-9174-79F1A81C7399}" destId="{C860BDA3-A34D-4C2F-B6C3-15EAD9C394E6}" srcOrd="0" destOrd="0" presId="urn:microsoft.com/office/officeart/2008/layout/LinedList"/>
    <dgm:cxn modelId="{809E96F9-3BF4-4576-870C-A093E3E23FE7}" type="presParOf" srcId="{E61600B3-E558-4612-9174-79F1A81C7399}" destId="{315E2F80-06AF-421F-8FF0-565A43C8F271}" srcOrd="1" destOrd="0" presId="urn:microsoft.com/office/officeart/2008/layout/LinedList"/>
    <dgm:cxn modelId="{CE0AB8D6-F7BE-4351-9E85-A4B4ECCAE066}" type="presParOf" srcId="{91B6DAC7-AE08-4F69-B4F4-7C01ECA25B46}" destId="{A8D5E5A9-8C88-45B8-B9C8-3152FC8361C4}" srcOrd="4" destOrd="0" presId="urn:microsoft.com/office/officeart/2008/layout/LinedList"/>
    <dgm:cxn modelId="{D2889537-5E0E-4644-ABFB-7E1F78759DF0}" type="presParOf" srcId="{91B6DAC7-AE08-4F69-B4F4-7C01ECA25B46}" destId="{51EB72B0-BC0E-4E92-B5D7-6CB6968B9A49}" srcOrd="5" destOrd="0" presId="urn:microsoft.com/office/officeart/2008/layout/LinedList"/>
    <dgm:cxn modelId="{C859D603-E588-4A47-9A07-396486C0B5CA}" type="presParOf" srcId="{51EB72B0-BC0E-4E92-B5D7-6CB6968B9A49}" destId="{ABAB7043-2B18-44F7-9CFD-B1A3CCE00387}" srcOrd="0" destOrd="0" presId="urn:microsoft.com/office/officeart/2008/layout/LinedList"/>
    <dgm:cxn modelId="{266D7DE5-805A-402A-ACFA-CBD331CABFDB}" type="presParOf" srcId="{51EB72B0-BC0E-4E92-B5D7-6CB6968B9A49}" destId="{AD71B2CD-BC20-4D4C-92BD-C6515AA851F7}" srcOrd="1" destOrd="0" presId="urn:microsoft.com/office/officeart/2008/layout/LinedList"/>
    <dgm:cxn modelId="{46425AAF-89A8-4B4C-AB12-73E95B8A8788}" type="presParOf" srcId="{91B6DAC7-AE08-4F69-B4F4-7C01ECA25B46}" destId="{FF3EF31F-4D46-403F-A4EC-1E10A78332C8}" srcOrd="6" destOrd="0" presId="urn:microsoft.com/office/officeart/2008/layout/LinedList"/>
    <dgm:cxn modelId="{958CE0C3-496D-4229-A6DA-D4C089B9E494}" type="presParOf" srcId="{91B6DAC7-AE08-4F69-B4F4-7C01ECA25B46}" destId="{2C21C662-E2BF-404E-801F-1A0A3F6FD75E}" srcOrd="7" destOrd="0" presId="urn:microsoft.com/office/officeart/2008/layout/LinedList"/>
    <dgm:cxn modelId="{AE854EFE-AED2-473D-99CD-B75D02542BDF}" type="presParOf" srcId="{2C21C662-E2BF-404E-801F-1A0A3F6FD75E}" destId="{30E400F8-9BF7-439B-AC4C-832605D8D6F4}" srcOrd="0" destOrd="0" presId="urn:microsoft.com/office/officeart/2008/layout/LinedList"/>
    <dgm:cxn modelId="{D1AB9D0D-C24A-4619-A4F5-F3A023AF5BF1}" type="presParOf" srcId="{2C21C662-E2BF-404E-801F-1A0A3F6FD75E}" destId="{67FEF4A2-776B-4020-9674-9F48D522BF7E}" srcOrd="1" destOrd="0" presId="urn:microsoft.com/office/officeart/2008/layout/LinedList"/>
    <dgm:cxn modelId="{63974A09-223B-4224-96F8-3B5BE74BAD86}" type="presParOf" srcId="{91B6DAC7-AE08-4F69-B4F4-7C01ECA25B46}" destId="{BDEB3B36-843C-4F73-8043-436461BC4677}" srcOrd="8" destOrd="0" presId="urn:microsoft.com/office/officeart/2008/layout/LinedList"/>
    <dgm:cxn modelId="{A40D6742-E7FF-48FF-86AB-0C285ECB9131}" type="presParOf" srcId="{91B6DAC7-AE08-4F69-B4F4-7C01ECA25B46}" destId="{58A5FAF9-0A2E-4D70-9F3D-AF58BDA0889A}" srcOrd="9" destOrd="0" presId="urn:microsoft.com/office/officeart/2008/layout/LinedList"/>
    <dgm:cxn modelId="{F89F8E10-CA54-42A2-9D98-DDF708DEE88D}" type="presParOf" srcId="{58A5FAF9-0A2E-4D70-9F3D-AF58BDA0889A}" destId="{F64940F0-A30C-40CA-8A72-B7570C46E369}" srcOrd="0" destOrd="0" presId="urn:microsoft.com/office/officeart/2008/layout/LinedList"/>
    <dgm:cxn modelId="{8A254247-C2EE-499A-9D3D-63DAA7FD52EC}" type="presParOf" srcId="{58A5FAF9-0A2E-4D70-9F3D-AF58BDA0889A}" destId="{0540775D-0656-47A9-A92C-8DA551483D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4071B2-EF10-4A89-9458-7915AD9494C2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6E36B0-6911-40CC-83F3-E372E1D38BEB}">
      <dgm:prSet/>
      <dgm:spPr/>
      <dgm:t>
        <a:bodyPr/>
        <a:lstStyle/>
        <a:p>
          <a:r>
            <a:rPr lang="en-NZ" dirty="0"/>
            <a:t>How do we know if chanting Nam-</a:t>
          </a:r>
          <a:r>
            <a:rPr lang="en-NZ" dirty="0" err="1"/>
            <a:t>Myoho</a:t>
          </a:r>
          <a:r>
            <a:rPr lang="en-NZ" dirty="0"/>
            <a:t>-</a:t>
          </a:r>
          <a:r>
            <a:rPr lang="en-NZ" dirty="0" err="1"/>
            <a:t>Renge-Kyo</a:t>
          </a:r>
          <a:r>
            <a:rPr lang="en-NZ" dirty="0"/>
            <a:t> to the Gohonzon works?</a:t>
          </a:r>
          <a:endParaRPr lang="en-US" dirty="0"/>
        </a:p>
      </dgm:t>
    </dgm:pt>
    <dgm:pt modelId="{D17698B1-041F-4B22-B332-CC4A14AF68AD}" type="parTrans" cxnId="{AA9AA716-F85D-48B2-92FC-AD4EAA404748}">
      <dgm:prSet/>
      <dgm:spPr/>
      <dgm:t>
        <a:bodyPr/>
        <a:lstStyle/>
        <a:p>
          <a:endParaRPr lang="en-US"/>
        </a:p>
      </dgm:t>
    </dgm:pt>
    <dgm:pt modelId="{F1C23D7A-EE56-4DA2-AC61-5BA1C6172058}" type="sibTrans" cxnId="{AA9AA716-F85D-48B2-92FC-AD4EAA404748}">
      <dgm:prSet/>
      <dgm:spPr/>
      <dgm:t>
        <a:bodyPr/>
        <a:lstStyle/>
        <a:p>
          <a:endParaRPr lang="en-US"/>
        </a:p>
      </dgm:t>
    </dgm:pt>
    <dgm:pt modelId="{32572A2C-45DE-4A17-8D07-D5410471D070}">
      <dgm:prSet/>
      <dgm:spPr/>
      <dgm:t>
        <a:bodyPr/>
        <a:lstStyle/>
        <a:p>
          <a:r>
            <a:rPr lang="en-NZ" dirty="0"/>
            <a:t>What is the key to promoting unity and diversity?</a:t>
          </a:r>
          <a:endParaRPr lang="en-US" dirty="0"/>
        </a:p>
      </dgm:t>
    </dgm:pt>
    <dgm:pt modelId="{AEDD2CE1-D522-419A-B024-84B894040251}" type="parTrans" cxnId="{3E94CCD8-2F60-47DE-BB01-3EA5D9914DD5}">
      <dgm:prSet/>
      <dgm:spPr/>
      <dgm:t>
        <a:bodyPr/>
        <a:lstStyle/>
        <a:p>
          <a:endParaRPr lang="en-US"/>
        </a:p>
      </dgm:t>
    </dgm:pt>
    <dgm:pt modelId="{A5EE1A18-C43F-4BB1-BF61-6E896238DD8B}" type="sibTrans" cxnId="{3E94CCD8-2F60-47DE-BB01-3EA5D9914DD5}">
      <dgm:prSet/>
      <dgm:spPr/>
      <dgm:t>
        <a:bodyPr/>
        <a:lstStyle/>
        <a:p>
          <a:endParaRPr lang="en-US"/>
        </a:p>
      </dgm:t>
    </dgm:pt>
    <dgm:pt modelId="{130C5788-8B41-49AC-B9BE-AB03A8548D8C}">
      <dgm:prSet/>
      <dgm:spPr/>
      <dgm:t>
        <a:bodyPr/>
        <a:lstStyle/>
        <a:p>
          <a:r>
            <a:rPr lang="en-NZ" dirty="0"/>
            <a:t>The bond of mentor and disciple – what does it mean to you?</a:t>
          </a:r>
          <a:endParaRPr lang="en-US" dirty="0"/>
        </a:p>
      </dgm:t>
    </dgm:pt>
    <dgm:pt modelId="{37560240-8EF9-4A51-A60F-8E8934180F4C}" type="parTrans" cxnId="{80536DD4-1056-42B3-8801-99FC17379355}">
      <dgm:prSet/>
      <dgm:spPr/>
      <dgm:t>
        <a:bodyPr/>
        <a:lstStyle/>
        <a:p>
          <a:endParaRPr lang="en-US"/>
        </a:p>
      </dgm:t>
    </dgm:pt>
    <dgm:pt modelId="{F586D60E-C115-46BC-B015-9F98EE0A9161}" type="sibTrans" cxnId="{80536DD4-1056-42B3-8801-99FC17379355}">
      <dgm:prSet/>
      <dgm:spPr/>
      <dgm:t>
        <a:bodyPr/>
        <a:lstStyle/>
        <a:p>
          <a:endParaRPr lang="en-US"/>
        </a:p>
      </dgm:t>
    </dgm:pt>
    <dgm:pt modelId="{34D9CCAA-375A-4C18-AC8F-A1706719A6C7}" type="pres">
      <dgm:prSet presAssocID="{C34071B2-EF10-4A89-9458-7915AD9494C2}" presName="linear" presStyleCnt="0">
        <dgm:presLayoutVars>
          <dgm:animLvl val="lvl"/>
          <dgm:resizeHandles val="exact"/>
        </dgm:presLayoutVars>
      </dgm:prSet>
      <dgm:spPr/>
    </dgm:pt>
    <dgm:pt modelId="{F5F5E7CB-CBE3-4C93-A027-C4F77F5D59B3}" type="pres">
      <dgm:prSet presAssocID="{676E36B0-6911-40CC-83F3-E372E1D38BE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F0C3721-E9FE-43A6-ADA1-E1153685F048}" type="pres">
      <dgm:prSet presAssocID="{F1C23D7A-EE56-4DA2-AC61-5BA1C6172058}" presName="spacer" presStyleCnt="0"/>
      <dgm:spPr/>
    </dgm:pt>
    <dgm:pt modelId="{4C2BD9B6-0D70-4D5C-9249-C4263D640F24}" type="pres">
      <dgm:prSet presAssocID="{32572A2C-45DE-4A17-8D07-D5410471D0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30D01D-958A-4036-B023-56BA569A1917}" type="pres">
      <dgm:prSet presAssocID="{A5EE1A18-C43F-4BB1-BF61-6E896238DD8B}" presName="spacer" presStyleCnt="0"/>
      <dgm:spPr/>
    </dgm:pt>
    <dgm:pt modelId="{F9D02110-4268-4EF3-9ACC-5A52702DA036}" type="pres">
      <dgm:prSet presAssocID="{130C5788-8B41-49AC-B9BE-AB03A8548D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A9AA716-F85D-48B2-92FC-AD4EAA404748}" srcId="{C34071B2-EF10-4A89-9458-7915AD9494C2}" destId="{676E36B0-6911-40CC-83F3-E372E1D38BEB}" srcOrd="0" destOrd="0" parTransId="{D17698B1-041F-4B22-B332-CC4A14AF68AD}" sibTransId="{F1C23D7A-EE56-4DA2-AC61-5BA1C6172058}"/>
    <dgm:cxn modelId="{0C34B416-B8C5-49F8-974A-A833A5DA2FA7}" type="presOf" srcId="{676E36B0-6911-40CC-83F3-E372E1D38BEB}" destId="{F5F5E7CB-CBE3-4C93-A027-C4F77F5D59B3}" srcOrd="0" destOrd="0" presId="urn:microsoft.com/office/officeart/2005/8/layout/vList2"/>
    <dgm:cxn modelId="{A006184E-207A-488C-9ED4-EC1D88800949}" type="presOf" srcId="{32572A2C-45DE-4A17-8D07-D5410471D070}" destId="{4C2BD9B6-0D70-4D5C-9249-C4263D640F24}" srcOrd="0" destOrd="0" presId="urn:microsoft.com/office/officeart/2005/8/layout/vList2"/>
    <dgm:cxn modelId="{82483AB9-77A7-4041-8357-17D2D0CD7432}" type="presOf" srcId="{130C5788-8B41-49AC-B9BE-AB03A8548D8C}" destId="{F9D02110-4268-4EF3-9ACC-5A52702DA036}" srcOrd="0" destOrd="0" presId="urn:microsoft.com/office/officeart/2005/8/layout/vList2"/>
    <dgm:cxn modelId="{80536DD4-1056-42B3-8801-99FC17379355}" srcId="{C34071B2-EF10-4A89-9458-7915AD9494C2}" destId="{130C5788-8B41-49AC-B9BE-AB03A8548D8C}" srcOrd="2" destOrd="0" parTransId="{37560240-8EF9-4A51-A60F-8E8934180F4C}" sibTransId="{F586D60E-C115-46BC-B015-9F98EE0A9161}"/>
    <dgm:cxn modelId="{3E94CCD8-2F60-47DE-BB01-3EA5D9914DD5}" srcId="{C34071B2-EF10-4A89-9458-7915AD9494C2}" destId="{32572A2C-45DE-4A17-8D07-D5410471D070}" srcOrd="1" destOrd="0" parTransId="{AEDD2CE1-D522-419A-B024-84B894040251}" sibTransId="{A5EE1A18-C43F-4BB1-BF61-6E896238DD8B}"/>
    <dgm:cxn modelId="{167E5AD9-1E75-406A-923C-C2E47ECA2FA1}" type="presOf" srcId="{C34071B2-EF10-4A89-9458-7915AD9494C2}" destId="{34D9CCAA-375A-4C18-AC8F-A1706719A6C7}" srcOrd="0" destOrd="0" presId="urn:microsoft.com/office/officeart/2005/8/layout/vList2"/>
    <dgm:cxn modelId="{F7701BB8-2DDE-45BA-B166-F8FB8C2DC512}" type="presParOf" srcId="{34D9CCAA-375A-4C18-AC8F-A1706719A6C7}" destId="{F5F5E7CB-CBE3-4C93-A027-C4F77F5D59B3}" srcOrd="0" destOrd="0" presId="urn:microsoft.com/office/officeart/2005/8/layout/vList2"/>
    <dgm:cxn modelId="{27446DCC-ABC8-4FD3-AA8E-414F0A4B11CB}" type="presParOf" srcId="{34D9CCAA-375A-4C18-AC8F-A1706719A6C7}" destId="{7F0C3721-E9FE-43A6-ADA1-E1153685F048}" srcOrd="1" destOrd="0" presId="urn:microsoft.com/office/officeart/2005/8/layout/vList2"/>
    <dgm:cxn modelId="{77488710-261F-436C-B4EC-DDAE55F41D78}" type="presParOf" srcId="{34D9CCAA-375A-4C18-AC8F-A1706719A6C7}" destId="{4C2BD9B6-0D70-4D5C-9249-C4263D640F24}" srcOrd="2" destOrd="0" presId="urn:microsoft.com/office/officeart/2005/8/layout/vList2"/>
    <dgm:cxn modelId="{0CD29DE9-65F1-43B2-AD1C-376E6E9F54FA}" type="presParOf" srcId="{34D9CCAA-375A-4C18-AC8F-A1706719A6C7}" destId="{6B30D01D-958A-4036-B023-56BA569A1917}" srcOrd="3" destOrd="0" presId="urn:microsoft.com/office/officeart/2005/8/layout/vList2"/>
    <dgm:cxn modelId="{27E8B2D9-AC5E-4465-BB89-DA4C208CDA1B}" type="presParOf" srcId="{34D9CCAA-375A-4C18-AC8F-A1706719A6C7}" destId="{F9D02110-4268-4EF3-9ACC-5A52702DA0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5E7CB-CBE3-4C93-A027-C4F77F5D59B3}">
      <dsp:nvSpPr>
        <dsp:cNvPr id="0" name=""/>
        <dsp:cNvSpPr/>
      </dsp:nvSpPr>
      <dsp:spPr>
        <a:xfrm>
          <a:off x="0" y="38399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How do we know if chanting Nam-</a:t>
          </a:r>
          <a:r>
            <a:rPr lang="en-NZ" sz="1900" kern="1200" dirty="0" err="1"/>
            <a:t>Myoho</a:t>
          </a:r>
          <a:r>
            <a:rPr lang="en-NZ" sz="1900" kern="1200" dirty="0"/>
            <a:t>-</a:t>
          </a:r>
          <a:r>
            <a:rPr lang="en-NZ" sz="1900" kern="1200" dirty="0" err="1"/>
            <a:t>Renge-Kyo</a:t>
          </a:r>
          <a:r>
            <a:rPr lang="en-NZ" sz="1900" kern="1200" dirty="0"/>
            <a:t> to the Gohonzon works?</a:t>
          </a:r>
          <a:endParaRPr lang="en-US" sz="1900" kern="1200" dirty="0"/>
        </a:p>
      </dsp:txBody>
      <dsp:txXfrm>
        <a:off x="51003" y="89402"/>
        <a:ext cx="4141583" cy="942803"/>
      </dsp:txXfrm>
    </dsp:sp>
    <dsp:sp modelId="{4C2BD9B6-0D70-4D5C-9249-C4263D640F24}">
      <dsp:nvSpPr>
        <dsp:cNvPr id="0" name=""/>
        <dsp:cNvSpPr/>
      </dsp:nvSpPr>
      <dsp:spPr>
        <a:xfrm>
          <a:off x="0" y="1137928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What is the key to promoting unity and diversity?</a:t>
          </a:r>
          <a:endParaRPr lang="en-US" sz="1900" kern="1200" dirty="0"/>
        </a:p>
      </dsp:txBody>
      <dsp:txXfrm>
        <a:off x="51003" y="1188931"/>
        <a:ext cx="4141583" cy="942803"/>
      </dsp:txXfrm>
    </dsp:sp>
    <dsp:sp modelId="{F9D02110-4268-4EF3-9ACC-5A52702DA036}">
      <dsp:nvSpPr>
        <dsp:cNvPr id="0" name=""/>
        <dsp:cNvSpPr/>
      </dsp:nvSpPr>
      <dsp:spPr>
        <a:xfrm>
          <a:off x="0" y="2237459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The bond of mentor and disciple – what does it mean to you?</a:t>
          </a:r>
          <a:endParaRPr lang="en-US" sz="1900" kern="1200" dirty="0"/>
        </a:p>
      </dsp:txBody>
      <dsp:txXfrm>
        <a:off x="51003" y="2288462"/>
        <a:ext cx="4141583" cy="94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FEBF7-0258-4364-9052-83EB7BF5515D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75E59-2E73-497F-9564-A1851E947289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It fills us with the energy to face every difficult situation;</a:t>
          </a:r>
          <a:endParaRPr lang="en-US" sz="3100" kern="1200"/>
        </a:p>
      </dsp:txBody>
      <dsp:txXfrm>
        <a:off x="0" y="675"/>
        <a:ext cx="6900512" cy="1106957"/>
      </dsp:txXfrm>
    </dsp:sp>
    <dsp:sp modelId="{1DA6C860-A2B3-4AE8-AFFF-B7219A9AF125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0BDA3-A34D-4C2F-B6C3-15EAD9C394E6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Strengthens our life force and makes us unbeatable;</a:t>
          </a:r>
          <a:endParaRPr lang="en-US" sz="3100" kern="1200"/>
        </a:p>
      </dsp:txBody>
      <dsp:txXfrm>
        <a:off x="0" y="1107633"/>
        <a:ext cx="6900512" cy="1106957"/>
      </dsp:txXfrm>
    </dsp:sp>
    <dsp:sp modelId="{A8D5E5A9-8C88-45B8-B9C8-3152FC8361C4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B7043-2B18-44F7-9CFD-B1A3CCE00387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It enables us to exercise our wisdom and intellect;</a:t>
          </a:r>
          <a:endParaRPr lang="en-US" sz="3100" kern="1200"/>
        </a:p>
      </dsp:txBody>
      <dsp:txXfrm>
        <a:off x="0" y="2214591"/>
        <a:ext cx="6900512" cy="1106957"/>
      </dsp:txXfrm>
    </dsp:sp>
    <dsp:sp modelId="{FF3EF31F-4D46-403F-A4EC-1E10A78332C8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400F8-9BF7-439B-AC4C-832605D8D6F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Sets us on a sure path leading to good fortune and benefit;</a:t>
          </a:r>
          <a:endParaRPr lang="en-US" sz="3100" kern="1200"/>
        </a:p>
      </dsp:txBody>
      <dsp:txXfrm>
        <a:off x="0" y="3321549"/>
        <a:ext cx="6900512" cy="1106957"/>
      </dsp:txXfrm>
    </dsp:sp>
    <dsp:sp modelId="{BDEB3B36-843C-4F73-8043-436461BC4677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940F0-A30C-40CA-8A72-B7570C46E369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100" kern="1200"/>
            <a:t>Allow us to advance to victory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5E7CB-CBE3-4C93-A027-C4F77F5D59B3}">
      <dsp:nvSpPr>
        <dsp:cNvPr id="0" name=""/>
        <dsp:cNvSpPr/>
      </dsp:nvSpPr>
      <dsp:spPr>
        <a:xfrm>
          <a:off x="0" y="38399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How do we know if chanting Nam-</a:t>
          </a:r>
          <a:r>
            <a:rPr lang="en-NZ" sz="1900" kern="1200" dirty="0" err="1"/>
            <a:t>Myoho</a:t>
          </a:r>
          <a:r>
            <a:rPr lang="en-NZ" sz="1900" kern="1200" dirty="0"/>
            <a:t>-</a:t>
          </a:r>
          <a:r>
            <a:rPr lang="en-NZ" sz="1900" kern="1200" dirty="0" err="1"/>
            <a:t>Renge-Kyo</a:t>
          </a:r>
          <a:r>
            <a:rPr lang="en-NZ" sz="1900" kern="1200" dirty="0"/>
            <a:t> to the Gohonzon works?</a:t>
          </a:r>
          <a:endParaRPr lang="en-US" sz="1900" kern="1200" dirty="0"/>
        </a:p>
      </dsp:txBody>
      <dsp:txXfrm>
        <a:off x="51003" y="89402"/>
        <a:ext cx="4141583" cy="942803"/>
      </dsp:txXfrm>
    </dsp:sp>
    <dsp:sp modelId="{4C2BD9B6-0D70-4D5C-9249-C4263D640F24}">
      <dsp:nvSpPr>
        <dsp:cNvPr id="0" name=""/>
        <dsp:cNvSpPr/>
      </dsp:nvSpPr>
      <dsp:spPr>
        <a:xfrm>
          <a:off x="0" y="1137928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What is the key to promoting unity and diversity?</a:t>
          </a:r>
          <a:endParaRPr lang="en-US" sz="1900" kern="1200" dirty="0"/>
        </a:p>
      </dsp:txBody>
      <dsp:txXfrm>
        <a:off x="51003" y="1188931"/>
        <a:ext cx="4141583" cy="942803"/>
      </dsp:txXfrm>
    </dsp:sp>
    <dsp:sp modelId="{F9D02110-4268-4EF3-9ACC-5A52702DA036}">
      <dsp:nvSpPr>
        <dsp:cNvPr id="0" name=""/>
        <dsp:cNvSpPr/>
      </dsp:nvSpPr>
      <dsp:spPr>
        <a:xfrm>
          <a:off x="0" y="2237459"/>
          <a:ext cx="4243589" cy="10448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The bond of mentor and disciple – what does it mean to you?</a:t>
          </a:r>
          <a:endParaRPr lang="en-US" sz="1900" kern="1200" dirty="0"/>
        </a:p>
      </dsp:txBody>
      <dsp:txXfrm>
        <a:off x="51003" y="2288462"/>
        <a:ext cx="4141583" cy="94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4394-ABF9-4DB5-AACC-9F1F6FFB6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43220-6FE5-4E0F-935D-826C8734F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4116B-0E62-478A-AE16-4D572F90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2A3C3-8182-473D-B375-AEBF9AB9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A85A-98CF-4E73-97F6-9E5F4D79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6277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C711-F339-40C4-B9B6-60FA732D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E25CE-70EC-4919-8674-7075B8B96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8B0D-0190-4937-85B9-3BDC6FFA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139F7-29F4-46EA-A2F5-5C42471D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E1014-0835-4657-B048-41905CCD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2363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967F-1814-43DB-AB6B-57F02F67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F67F8-37C9-49C3-AD96-3C63B2F7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40920-5401-460C-B296-82D51B69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4891C-5F8A-4787-A086-57C3576F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D451E-FB14-4DC7-9832-74FE588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0674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31CA-846D-4A92-966A-8868A14B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7C36-B86B-4BCA-8A2F-4A3F8BE00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51A67-4D95-4288-B92D-E1C8EBFB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E21E5-F1E7-4964-AD58-957F7449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B902C-BD60-4C2D-9AC5-588EC054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BAA7C-F73E-4A6A-B5A1-D4402759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5721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44A0-CC1D-4514-BA89-BB796B82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65E30-9055-4F95-A7EA-47F5B518A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63111-45C9-41C1-80C8-A9EE2D251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0BE37-A13A-4C7F-BA69-F248BFC76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C494D-ED17-4975-B221-28C1CBB97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2B3A5-AA79-4EBE-85E4-CB6B0B1D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2AE6C-19C7-4683-80AC-EC741C57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4CB97-302E-4FB0-AA68-C51EEC3E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6691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101D-C02F-4291-A6CA-D5F7D58B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AAED1-9047-44A4-AD3F-8DD1D61A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9AC57-FFCE-4900-9EAA-008DCFC2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A70B4-6541-43F9-9F50-78EED1B8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586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9CE70-57AE-460C-B7A6-F0A650CD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DB740-FF46-43FA-9779-628652A4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879D0-7FE2-4E0F-906F-A2DFB0E7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6527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7FAE-F69C-4519-86B2-C7982FE6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75126-D103-465A-92F6-70B199B0D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19714-DAA4-4BD6-A9B8-3C20D7763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9F938-E784-4876-98B2-E0C3C4C3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E7C01-7B04-48C6-B6BA-A0411C4A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9E359-AC5D-41AE-81F7-0666D206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336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C026-3631-4588-B6F1-A4E034C9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D7F5D-9218-4314-B217-CA0BC5B7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976CD-F807-46E0-A9A9-05C393E34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9CD68-2565-4ABF-8AD6-9AE6D8726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7F6F2-68D7-4845-947A-9E21EDA4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B5740-4199-4B11-AEB6-EFA3C9DF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584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8622-D075-40B2-8551-0A96B8A0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9A81F-B4D2-4F04-85DA-2E836B1F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D4151-4040-49CE-AD54-AAA31F68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A453-2EF5-43D8-99AD-CE082680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B1E04-68B4-4370-A880-5CBD99B4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280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D2BBE-46FA-409C-85A3-B2D4E1C1E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787B4-049B-49A1-A14D-269B68570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6F3DA-1C1E-483C-9EE5-64AA36A2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DDB55-DA1A-4912-BDE7-DC255667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5C573-65F4-4604-9EC0-371ABE62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9311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916F51-15AD-4F2F-9369-37AB5133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5822-7E94-47FC-AAE6-37E433633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0B0E-B922-49D4-B282-8E19C7DBD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6CA28-19DF-4FE9-9730-6138BCAFC57E}" type="datetimeFigureOut">
              <a:rPr lang="en-NZ" smtClean="0"/>
              <a:t>22/07/2021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7C29-5B67-4BAE-8FD0-6F3E68386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4961-178B-45EB-97E9-8D1047B2F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1A6D9-5E4D-4818-B095-9CAE177786AC}" type="slidenum">
              <a:rPr lang="en-NZ" smtClean="0"/>
              <a:t>‹#›</a:t>
            </a:fld>
            <a:endParaRPr lang="en-NZ"/>
          </a:p>
        </p:txBody>
      </p:sp>
      <p:sp>
        <p:nvSpPr>
          <p:cNvPr id="7" name="MSIPCMContentMarking" descr="{&quot;HashCode&quot;:455811145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956D8BF4-31AB-40C3-B885-6A46EB875364}"/>
              </a:ext>
            </a:extLst>
          </p:cNvPr>
          <p:cNvSpPr txBox="1"/>
          <p:nvPr userDrawn="1"/>
        </p:nvSpPr>
        <p:spPr>
          <a:xfrm>
            <a:off x="0" y="6646927"/>
            <a:ext cx="1182577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NZ" sz="700">
                <a:solidFill>
                  <a:srgbClr val="000000"/>
                </a:solidFill>
                <a:latin typeface="Calibri" panose="020F0502020204030204" pitchFamily="34" charset="0"/>
              </a:rPr>
              <a:t>Classification: PROTECTED</a:t>
            </a:r>
          </a:p>
        </p:txBody>
      </p:sp>
    </p:spTree>
    <p:extLst>
      <p:ext uri="{BB962C8B-B14F-4D97-AF65-F5344CB8AC3E}">
        <p14:creationId xmlns:p14="http://schemas.microsoft.com/office/powerpoint/2010/main" val="52978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A1A6B-3D92-4BF2-B11E-421FD01DC5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30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110EE27-996C-4426-8584-5C046A7D6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4609239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06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635524-741C-48F9-8027-DF26DDC14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11566" b="8883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5330EC-690F-4D21-87A6-B658B398EB02}"/>
              </a:ext>
            </a:extLst>
          </p:cNvPr>
          <p:cNvSpPr txBox="1"/>
          <p:nvPr/>
        </p:nvSpPr>
        <p:spPr>
          <a:xfrm>
            <a:off x="454888" y="457200"/>
            <a:ext cx="1127991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All disciples and lay supporters of Nichiren should chant Nam-</a:t>
            </a:r>
            <a:r>
              <a:rPr lang="en-NZ" sz="3200" dirty="0" err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myoho</a:t>
            </a:r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-</a:t>
            </a:r>
            <a:r>
              <a:rPr lang="en-NZ" sz="3200" dirty="0" err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renge-kyo</a:t>
            </a:r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 with the spirit of many-in-body but one-in-mind, transcending all differences among themselves to become inseparable as fish and the water in which they swim. </a:t>
            </a:r>
          </a:p>
          <a:p>
            <a:pPr algn="just"/>
            <a:endParaRPr lang="en-NZ" sz="3200" dirty="0">
              <a:solidFill>
                <a:schemeClr val="bg1"/>
              </a:solidFill>
              <a:effectLst>
                <a:outerShdw blurRad="50800" dist="50800" dir="5400000" algn="ctr" rotWithShape="0">
                  <a:schemeClr val="tx1"/>
                </a:outerShdw>
              </a:effectLst>
            </a:endParaRPr>
          </a:p>
          <a:p>
            <a:pPr algn="just"/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This spiritual bond is the basis for the universal transmission of the ultimate Law if life and death. </a:t>
            </a:r>
          </a:p>
          <a:p>
            <a:pPr algn="just"/>
            <a:endParaRPr lang="en-NZ" sz="3200" dirty="0">
              <a:solidFill>
                <a:schemeClr val="bg1"/>
              </a:solidFill>
              <a:effectLst>
                <a:outerShdw blurRad="50800" dist="50800" dir="5400000" algn="ctr" rotWithShape="0">
                  <a:schemeClr val="tx1"/>
                </a:outerShdw>
              </a:effectLst>
            </a:endParaRPr>
          </a:p>
          <a:p>
            <a:pPr algn="just"/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Herein lies the true goal of </a:t>
            </a:r>
            <a:r>
              <a:rPr lang="en-NZ" sz="3200" dirty="0" err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Nichiren’s</a:t>
            </a:r>
            <a:r>
              <a:rPr lang="en-NZ" sz="3200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 propagation. When you are so united, even the great desire for widespread propagation (or the great vow for kosen-rufu) can be fulfilled.</a:t>
            </a:r>
          </a:p>
        </p:txBody>
      </p:sp>
    </p:spTree>
    <p:extLst>
      <p:ext uri="{BB962C8B-B14F-4D97-AF65-F5344CB8AC3E}">
        <p14:creationId xmlns:p14="http://schemas.microsoft.com/office/powerpoint/2010/main" val="197365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2799A-E775-49EA-9BCF-FC20F01D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NZ" sz="5400" dirty="0"/>
              <a:t>What happen when we chant Nam-</a:t>
            </a:r>
            <a:r>
              <a:rPr lang="en-NZ" sz="5400" dirty="0" err="1"/>
              <a:t>Myoho</a:t>
            </a:r>
            <a:r>
              <a:rPr lang="en-NZ" sz="5400" dirty="0"/>
              <a:t>-</a:t>
            </a:r>
            <a:r>
              <a:rPr lang="en-NZ" sz="5400" dirty="0" err="1"/>
              <a:t>Renge-Kyo</a:t>
            </a:r>
            <a:br>
              <a:rPr lang="en-NZ" sz="5400" dirty="0"/>
            </a:br>
            <a:endParaRPr lang="en-NZ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E05D18-334C-4A44-9DA3-6C13FDA58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93092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858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37AC1-C9EC-4598-916D-61B8B075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Z" sz="5400" dirty="0"/>
              <a:t>How do we inherit the Heritage of the Ultimate Law of Life and Death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1FAF3-6FC4-42DA-A794-1BD0B8B34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NZ" sz="2200" dirty="0"/>
              <a:t>Having the conviction in the truth that our lives are one with the Mystic Law</a:t>
            </a:r>
          </a:p>
          <a:p>
            <a:endParaRPr lang="en-NZ" sz="2200" dirty="0"/>
          </a:p>
          <a:p>
            <a:r>
              <a:rPr lang="en-NZ" sz="2200" dirty="0"/>
              <a:t>Maintain steadfast and unwavering faith that never forsakes the Mystic Law in any lifetime whatsoever throughout eternity</a:t>
            </a:r>
          </a:p>
          <a:p>
            <a:endParaRPr lang="en-NZ" sz="2200" dirty="0"/>
          </a:p>
          <a:p>
            <a:r>
              <a:rPr lang="en-NZ" sz="2200" dirty="0"/>
              <a:t>Unity of many in body and one in mind</a:t>
            </a:r>
          </a:p>
          <a:p>
            <a:endParaRPr lang="en-NZ" sz="2200" dirty="0"/>
          </a:p>
        </p:txBody>
      </p:sp>
    </p:spTree>
    <p:extLst>
      <p:ext uri="{BB962C8B-B14F-4D97-AF65-F5344CB8AC3E}">
        <p14:creationId xmlns:p14="http://schemas.microsoft.com/office/powerpoint/2010/main" val="268210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508D0-24DB-4CBD-B261-DE9E9EFD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Z" sz="5400"/>
              <a:t>What is the proper attitude of disciples working for kosen-rufu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7E4F-4A3E-46DC-B91A-D8883CB6C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NZ" sz="2200"/>
              <a:t>Transcend all differences among themselves</a:t>
            </a:r>
          </a:p>
          <a:p>
            <a:endParaRPr lang="en-NZ" sz="2200"/>
          </a:p>
          <a:p>
            <a:r>
              <a:rPr lang="en-NZ" sz="2200"/>
              <a:t>Become inseparable as fish and water </a:t>
            </a:r>
          </a:p>
          <a:p>
            <a:endParaRPr lang="en-NZ" sz="2200"/>
          </a:p>
          <a:p>
            <a:r>
              <a:rPr lang="en-NZ" sz="2200"/>
              <a:t>Work together with the spirit of many in body but one in mind</a:t>
            </a:r>
          </a:p>
          <a:p>
            <a:endParaRPr lang="en-NZ" sz="2200"/>
          </a:p>
        </p:txBody>
      </p:sp>
    </p:spTree>
    <p:extLst>
      <p:ext uri="{BB962C8B-B14F-4D97-AF65-F5344CB8AC3E}">
        <p14:creationId xmlns:p14="http://schemas.microsoft.com/office/powerpoint/2010/main" val="2750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C95EB-CA29-4AD1-8888-D10B973D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Z" sz="5000"/>
              <a:t>What does transcending all differences among themselves means?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E7071-22CC-40A3-B959-06EA39B19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NZ" sz="2200" dirty="0"/>
              <a:t>Eliminating any feelings of discrimination or antagonism (hostility)</a:t>
            </a:r>
          </a:p>
          <a:p>
            <a:endParaRPr lang="en-NZ" sz="2200" dirty="0"/>
          </a:p>
          <a:p>
            <a:r>
              <a:rPr lang="en-NZ" sz="2200" dirty="0"/>
              <a:t>Making constant effort to surmount the human tendency toward self-centredness.</a:t>
            </a:r>
          </a:p>
          <a:p>
            <a:endParaRPr lang="en-NZ" sz="2200" dirty="0"/>
          </a:p>
        </p:txBody>
      </p:sp>
    </p:spTree>
    <p:extLst>
      <p:ext uri="{BB962C8B-B14F-4D97-AF65-F5344CB8AC3E}">
        <p14:creationId xmlns:p14="http://schemas.microsoft.com/office/powerpoint/2010/main" val="349724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2E5DB-638F-40DA-865A-DB9E5E05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Z" sz="4600"/>
              <a:t>What does becoming inseparable as fish and water in which they swim together means?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AF39-2191-48EE-8767-FC1BF1ED8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NZ" sz="2200" dirty="0"/>
              <a:t>We can achieve great things together by respecting one another as irreplaceably precious</a:t>
            </a:r>
          </a:p>
          <a:p>
            <a:endParaRPr lang="en-NZ" sz="2200" dirty="0"/>
          </a:p>
          <a:p>
            <a:r>
              <a:rPr lang="en-NZ" sz="2200" dirty="0"/>
              <a:t>Supporting and trusting each other</a:t>
            </a:r>
          </a:p>
          <a:p>
            <a:endParaRPr lang="en-NZ" sz="2200" dirty="0"/>
          </a:p>
        </p:txBody>
      </p:sp>
    </p:spTree>
    <p:extLst>
      <p:ext uri="{BB962C8B-B14F-4D97-AF65-F5344CB8AC3E}">
        <p14:creationId xmlns:p14="http://schemas.microsoft.com/office/powerpoint/2010/main" val="63159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0B174-18A9-4FFA-94D5-1A1BFC3D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Z" sz="5400"/>
              <a:t>What does many in body but one in mind means?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2CB7-1BC4-4B79-B903-2B96E7A59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NZ" sz="2200" dirty="0"/>
              <a:t>Many in body means that everyone has a unique personality, culture, qualities and circumstances</a:t>
            </a:r>
          </a:p>
          <a:p>
            <a:endParaRPr lang="en-NZ" sz="2200" dirty="0"/>
          </a:p>
          <a:p>
            <a:r>
              <a:rPr lang="en-NZ" sz="2200" dirty="0"/>
              <a:t>One in mind means that we share a common sense of purpose and values </a:t>
            </a:r>
          </a:p>
          <a:p>
            <a:endParaRPr lang="en-NZ" sz="2200" dirty="0"/>
          </a:p>
          <a:p>
            <a:r>
              <a:rPr lang="en-NZ" sz="2200" dirty="0"/>
              <a:t>Together it means we need to make the most of our diversity, encourage one another and achieve our shared goal of kosen-rufu.</a:t>
            </a:r>
          </a:p>
          <a:p>
            <a:endParaRPr lang="en-NZ" sz="2200" dirty="0"/>
          </a:p>
        </p:txBody>
      </p:sp>
    </p:spTree>
    <p:extLst>
      <p:ext uri="{BB962C8B-B14F-4D97-AF65-F5344CB8AC3E}">
        <p14:creationId xmlns:p14="http://schemas.microsoft.com/office/powerpoint/2010/main" val="222505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4A1A6B-3D92-4BF2-B11E-421FD01DC5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30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110EE27-996C-4426-8584-5C046A7D6C58}"/>
              </a:ext>
            </a:extLst>
          </p:cNvPr>
          <p:cNvGraphicFramePr/>
          <p:nvPr/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626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189</TotalTime>
  <Words>435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What happen when we chant Nam-Myoho-Renge-Kyo </vt:lpstr>
      <vt:lpstr>How do we inherit the Heritage of the Ultimate Law of Life and Death</vt:lpstr>
      <vt:lpstr>What is the proper attitude of disciples working for kosen-rufu</vt:lpstr>
      <vt:lpstr>What does transcending all differences among themselves means?</vt:lpstr>
      <vt:lpstr>What does becoming inseparable as fish and water in which they swim together means? </vt:lpstr>
      <vt:lpstr>What does many in body but one in mind means?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Jong Lee</dc:creator>
  <cp:lastModifiedBy>Jong Lee</cp:lastModifiedBy>
  <cp:revision>8</cp:revision>
  <dcterms:created xsi:type="dcterms:W3CDTF">2021-07-22T03:43:43Z</dcterms:created>
  <dcterms:modified xsi:type="dcterms:W3CDTF">2021-07-22T06:52:56Z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783b43-919d-41d9-a60b-000e0ab7d420_Enabled">
    <vt:lpwstr>true</vt:lpwstr>
  </property>
  <property fmtid="{D5CDD505-2E9C-101B-9397-08002B2CF9AE}" pid="3" name="MSIP_Label_23783b43-919d-41d9-a60b-000e0ab7d420_SetDate">
    <vt:lpwstr>2021-07-22T06:52:54Z</vt:lpwstr>
  </property>
  <property fmtid="{D5CDD505-2E9C-101B-9397-08002B2CF9AE}" pid="4" name="MSIP_Label_23783b43-919d-41d9-a60b-000e0ab7d420_Method">
    <vt:lpwstr>Standard</vt:lpwstr>
  </property>
  <property fmtid="{D5CDD505-2E9C-101B-9397-08002B2CF9AE}" pid="5" name="MSIP_Label_23783b43-919d-41d9-a60b-000e0ab7d420_Name">
    <vt:lpwstr>Protected (new)</vt:lpwstr>
  </property>
  <property fmtid="{D5CDD505-2E9C-101B-9397-08002B2CF9AE}" pid="6" name="MSIP_Label_23783b43-919d-41d9-a60b-000e0ab7d420_SiteId">
    <vt:lpwstr>e3d7352c-397e-4fdb-ac22-c9513142fc13</vt:lpwstr>
  </property>
  <property fmtid="{D5CDD505-2E9C-101B-9397-08002B2CF9AE}" pid="7" name="MSIP_Label_23783b43-919d-41d9-a60b-000e0ab7d420_ActionId">
    <vt:lpwstr>96b02a1b-7f15-4945-b425-b599d7ab13b5</vt:lpwstr>
  </property>
  <property fmtid="{D5CDD505-2E9C-101B-9397-08002B2CF9AE}" pid="8" name="MSIP_Label_23783b43-919d-41d9-a60b-000e0ab7d420_ContentBits">
    <vt:lpwstr>2</vt:lpwstr>
  </property>
</Properties>
</file>