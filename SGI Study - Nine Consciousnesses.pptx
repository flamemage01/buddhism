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90D19-153E-4444-A548-14E4BF0D2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D7A43-6D14-4387-AD9F-55FB31012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FE9C0-1938-4E02-BB16-96589E6A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6510-4A29-43F4-8DCD-E3980A85A0FD}" type="datetimeFigureOut">
              <a:rPr lang="en-NZ" smtClean="0"/>
              <a:t>18/06/2021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B41B5-8CE1-4327-A280-1A3A7EDB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FC2ED-7FD4-4BF9-86B9-060C4C17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0B5B-57CB-4A20-BF07-7DDD0AE216D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5742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ACEB-D53E-4F0C-9494-13AA2CBA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9A7E8-392D-4E06-A5F3-76F97B715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1E634-4B5B-4C8F-9602-0CD1D0D0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6510-4A29-43F4-8DCD-E3980A85A0FD}" type="datetimeFigureOut">
              <a:rPr lang="en-NZ" smtClean="0"/>
              <a:t>18/06/2021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A6A4B-D86B-4C3F-92A2-55E642424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DDAE6-F2F9-4EDE-A6E5-F91692D7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0B5B-57CB-4A20-BF07-7DDD0AE216D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26690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660D-1C4E-444C-9804-4FFC8E9F6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3C4CA-6503-412A-B8AE-7B4663D5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B611C-A29D-4995-8189-608D8AC3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6510-4A29-43F4-8DCD-E3980A85A0FD}" type="datetimeFigureOut">
              <a:rPr lang="en-NZ" smtClean="0"/>
              <a:t>18/06/2021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55C5E-AAF1-49CF-AB66-990F842A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F9F78-51CA-4A1B-A92C-262440F8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0B5B-57CB-4A20-BF07-7DDD0AE216D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705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F7B7B-419D-423E-975E-308D08EE1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43A71-5ED3-4045-A9BA-DF390CB686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4B19D-94B7-4F43-A4DB-744CC3EBC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7397A-493C-49DB-8193-9BBF1D91A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6510-4A29-43F4-8DCD-E3980A85A0FD}" type="datetimeFigureOut">
              <a:rPr lang="en-NZ" smtClean="0"/>
              <a:t>18/06/2021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F1509-14A7-479D-9954-14F28396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B7CA7-555E-42A0-A7EE-4098011A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0B5B-57CB-4A20-BF07-7DDD0AE216D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73600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89D42-BA24-4497-84DF-E66D25F32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741A4-F312-4691-AF4A-F282C8AD7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90FCE-FC5D-4076-A030-32B7A6DFA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60E42-B49C-4E08-8A23-661671DD0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134B6C-3B6F-4AA8-89C9-7A1732731F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8EE78-3121-43E0-A65A-CB2FD6068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6510-4A29-43F4-8DCD-E3980A85A0FD}" type="datetimeFigureOut">
              <a:rPr lang="en-NZ" smtClean="0"/>
              <a:t>18/06/2021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444F7D-039B-4FCA-93BF-8302A4C56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595CF-0487-45CE-965E-75175F67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0B5B-57CB-4A20-BF07-7DDD0AE216D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52374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4083-E92C-4F54-845F-A8ADAE772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710E23-AF00-4EFE-9EF6-E07E16632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6510-4A29-43F4-8DCD-E3980A85A0FD}" type="datetimeFigureOut">
              <a:rPr lang="en-NZ" smtClean="0"/>
              <a:t>18/06/2021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EE61FF-8525-4A0A-8012-C007E2EE4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9CBC5-650E-4F78-B6D8-E50CD26B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0B5B-57CB-4A20-BF07-7DDD0AE216D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183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E75D8-270B-4852-8CFB-AEA2B411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6510-4A29-43F4-8DCD-E3980A85A0FD}" type="datetimeFigureOut">
              <a:rPr lang="en-NZ" smtClean="0"/>
              <a:t>18/06/2021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00DEAD-21E1-465F-935A-679E6685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1D5B6-E864-4CD5-80EE-EE4D4B12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0B5B-57CB-4A20-BF07-7DDD0AE216D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61101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0ACF-0DF4-4EFC-9EBE-0F116567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413B7-8104-4C31-A7CA-792A18B2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995A1-1631-49E7-841F-6E9AD1AD4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B58C0-4B12-41BA-AA4C-0EA36368B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6510-4A29-43F4-8DCD-E3980A85A0FD}" type="datetimeFigureOut">
              <a:rPr lang="en-NZ" smtClean="0"/>
              <a:t>18/06/2021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482B3-D795-4051-BC23-977960B04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CDE0E-6740-4E55-9901-E8BCEDB1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0B5B-57CB-4A20-BF07-7DDD0AE216D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8343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5349-DA02-4B48-94DE-CC96018E2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5F94B-5166-4DFB-A1F3-687BB1F631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B3F74-CA20-4CCE-9EBB-B438C7E43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CA7C0-8E17-4F4C-BE54-3A5DD858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6510-4A29-43F4-8DCD-E3980A85A0FD}" type="datetimeFigureOut">
              <a:rPr lang="en-NZ" smtClean="0"/>
              <a:t>18/06/2021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5BE09-9BA0-4E40-B869-4EC2496F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D4E9E-A393-4FC0-BF88-A6FBE3F3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0B5B-57CB-4A20-BF07-7DDD0AE216D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49811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FF9E8-4275-4B5D-9FE4-ED581843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E650E-3D49-44AE-A173-478B0BA41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4AF28-A01E-467E-8877-C799F123D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6510-4A29-43F4-8DCD-E3980A85A0FD}" type="datetimeFigureOut">
              <a:rPr lang="en-NZ" smtClean="0"/>
              <a:t>18/06/2021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5F7FB-CA2E-450B-A0D0-496A435EC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EF4C7-FA39-4D6B-9BC1-1DD006E2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0B5B-57CB-4A20-BF07-7DDD0AE216D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72076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F0377F-FE25-44AF-9F3E-36E7F64C6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A8608-17A7-4B9A-BB62-04E175A7A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EAB09-ECD5-4CE7-8CA8-6DA628C1B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6510-4A29-43F4-8DCD-E3980A85A0FD}" type="datetimeFigureOut">
              <a:rPr lang="en-NZ" smtClean="0"/>
              <a:t>18/06/2021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56043-8D81-4291-AAA0-9A069B50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1096C-EABB-4EEB-B2DE-3E7F0840F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E0B5B-57CB-4A20-BF07-7DDD0AE216D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7072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BA6BC2-E816-42F2-A21C-4FA28EB0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6E962-AF49-447E-A725-D90218324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098D3-EF9A-4771-9BF2-A8ED434F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46510-4A29-43F4-8DCD-E3980A85A0FD}" type="datetimeFigureOut">
              <a:rPr lang="en-NZ" smtClean="0"/>
              <a:t>18/06/2021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971E0-9EF3-4201-89AD-696E2F88E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16AF7-108A-40E7-A812-91E3F5317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E0B5B-57CB-4A20-BF07-7DDD0AE216DF}" type="slidenum">
              <a:rPr lang="en-NZ" smtClean="0"/>
              <a:t>‹#›</a:t>
            </a:fld>
            <a:endParaRPr lang="en-NZ"/>
          </a:p>
        </p:txBody>
      </p:sp>
      <p:sp>
        <p:nvSpPr>
          <p:cNvPr id="7" name="MSIPCMContentMarking" descr="{&quot;HashCode&quot;:455811145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18C3BA4A-8D7C-4BC6-834B-2E51843F6582}"/>
              </a:ext>
            </a:extLst>
          </p:cNvPr>
          <p:cNvSpPr txBox="1"/>
          <p:nvPr userDrawn="1"/>
        </p:nvSpPr>
        <p:spPr>
          <a:xfrm>
            <a:off x="0" y="6646927"/>
            <a:ext cx="1182577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NZ" sz="700">
                <a:solidFill>
                  <a:srgbClr val="000000"/>
                </a:solidFill>
                <a:latin typeface="Calibri" panose="020F0502020204030204" pitchFamily="34" charset="0"/>
              </a:rPr>
              <a:t>Classification: PROTECTED</a:t>
            </a:r>
          </a:p>
        </p:txBody>
      </p:sp>
    </p:spTree>
    <p:extLst>
      <p:ext uri="{BB962C8B-B14F-4D97-AF65-F5344CB8AC3E}">
        <p14:creationId xmlns:p14="http://schemas.microsoft.com/office/powerpoint/2010/main" val="365276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CDF86D-FABD-4483-BB40-CC4CF1DBB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16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3E59AF-DC6F-41E1-8475-2F9983F5A6B6}"/>
              </a:ext>
            </a:extLst>
          </p:cNvPr>
          <p:cNvSpPr txBox="1"/>
          <p:nvPr/>
        </p:nvSpPr>
        <p:spPr>
          <a:xfrm>
            <a:off x="5590613" y="177554"/>
            <a:ext cx="51347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6000" dirty="0"/>
              <a:t>Conscious Mind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B7805-A49A-455E-88CF-394DFB92C290}"/>
              </a:ext>
            </a:extLst>
          </p:cNvPr>
          <p:cNvSpPr txBox="1"/>
          <p:nvPr/>
        </p:nvSpPr>
        <p:spPr>
          <a:xfrm>
            <a:off x="5678284" y="2591274"/>
            <a:ext cx="55296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6000" dirty="0"/>
              <a:t>Subconscious</a:t>
            </a:r>
          </a:p>
          <a:p>
            <a:pPr algn="ctr"/>
            <a:r>
              <a:rPr lang="en-NZ" sz="6000" dirty="0"/>
              <a:t>Impacts the conscious mind</a:t>
            </a:r>
          </a:p>
        </p:txBody>
      </p:sp>
    </p:spTree>
    <p:extLst>
      <p:ext uri="{BB962C8B-B14F-4D97-AF65-F5344CB8AC3E}">
        <p14:creationId xmlns:p14="http://schemas.microsoft.com/office/powerpoint/2010/main" val="245014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CDF86D-FABD-4483-BB40-CC4CF1DBB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16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7EC5E6-5100-4B93-8214-F55FD66BBFB0}"/>
              </a:ext>
            </a:extLst>
          </p:cNvPr>
          <p:cNvSpPr txBox="1"/>
          <p:nvPr/>
        </p:nvSpPr>
        <p:spPr>
          <a:xfrm>
            <a:off x="3657600" y="354563"/>
            <a:ext cx="4770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1. Sight   2. Hearing   3. Smell   4. Taste   5. Touch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199BD-6E5B-43F9-A600-D934423BB5CC}"/>
              </a:ext>
            </a:extLst>
          </p:cNvPr>
          <p:cNvSpPr txBox="1"/>
          <p:nvPr/>
        </p:nvSpPr>
        <p:spPr>
          <a:xfrm>
            <a:off x="5113175" y="1078459"/>
            <a:ext cx="5920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chemeClr val="bg1"/>
                </a:solidFill>
              </a:rPr>
              <a:t>6. Integration of sensory data – identifying what our five senses are communicating to us and making judgements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42484-9610-4720-90C9-9F841BFCDD96}"/>
              </a:ext>
            </a:extLst>
          </p:cNvPr>
          <p:cNvSpPr txBox="1"/>
          <p:nvPr/>
        </p:nvSpPr>
        <p:spPr>
          <a:xfrm>
            <a:off x="2244782" y="2502496"/>
            <a:ext cx="3392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/>
              <a:t>7. The realm of the unconscious. The basis for our sense of individual identity or self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B4952-220A-41ED-90AE-A91EB9CEB988}"/>
              </a:ext>
            </a:extLst>
          </p:cNvPr>
          <p:cNvSpPr txBox="1"/>
          <p:nvPr/>
        </p:nvSpPr>
        <p:spPr>
          <a:xfrm>
            <a:off x="6728384" y="2803250"/>
            <a:ext cx="3400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/>
              <a:t>8. </a:t>
            </a:r>
            <a:r>
              <a:rPr lang="en-NZ" b="1" dirty="0" err="1"/>
              <a:t>Alaya</a:t>
            </a:r>
            <a:r>
              <a:rPr lang="en-NZ" b="1" dirty="0"/>
              <a:t> consciousness – where the energy of our karma is stored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CC28E8-E04D-49CF-AFD0-87B577BB3E54}"/>
              </a:ext>
            </a:extLst>
          </p:cNvPr>
          <p:cNvSpPr txBox="1"/>
          <p:nvPr/>
        </p:nvSpPr>
        <p:spPr>
          <a:xfrm>
            <a:off x="3711019" y="5967107"/>
            <a:ext cx="47699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4000" b="1" dirty="0"/>
              <a:t>9. The Buddha nature</a:t>
            </a:r>
          </a:p>
        </p:txBody>
      </p:sp>
    </p:spTree>
    <p:extLst>
      <p:ext uri="{BB962C8B-B14F-4D97-AF65-F5344CB8AC3E}">
        <p14:creationId xmlns:p14="http://schemas.microsoft.com/office/powerpoint/2010/main" val="405384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77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Jong Lee</dc:creator>
  <cp:lastModifiedBy>Jong Lee</cp:lastModifiedBy>
  <cp:revision>3</cp:revision>
  <dcterms:created xsi:type="dcterms:W3CDTF">2021-06-17T20:51:18Z</dcterms:created>
  <dcterms:modified xsi:type="dcterms:W3CDTF">2021-06-17T21:10:40Z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783b43-919d-41d9-a60b-000e0ab7d420_Enabled">
    <vt:lpwstr>true</vt:lpwstr>
  </property>
  <property fmtid="{D5CDD505-2E9C-101B-9397-08002B2CF9AE}" pid="3" name="MSIP_Label_23783b43-919d-41d9-a60b-000e0ab7d420_SetDate">
    <vt:lpwstr>2021-06-17T21:10:37Z</vt:lpwstr>
  </property>
  <property fmtid="{D5CDD505-2E9C-101B-9397-08002B2CF9AE}" pid="4" name="MSIP_Label_23783b43-919d-41d9-a60b-000e0ab7d420_Method">
    <vt:lpwstr>Standard</vt:lpwstr>
  </property>
  <property fmtid="{D5CDD505-2E9C-101B-9397-08002B2CF9AE}" pid="5" name="MSIP_Label_23783b43-919d-41d9-a60b-000e0ab7d420_Name">
    <vt:lpwstr>Protected (new)</vt:lpwstr>
  </property>
  <property fmtid="{D5CDD505-2E9C-101B-9397-08002B2CF9AE}" pid="6" name="MSIP_Label_23783b43-919d-41d9-a60b-000e0ab7d420_SiteId">
    <vt:lpwstr>e3d7352c-397e-4fdb-ac22-c9513142fc13</vt:lpwstr>
  </property>
  <property fmtid="{D5CDD505-2E9C-101B-9397-08002B2CF9AE}" pid="7" name="MSIP_Label_23783b43-919d-41d9-a60b-000e0ab7d420_ActionId">
    <vt:lpwstr>1f461376-3145-46d9-83a2-109cb605d28b</vt:lpwstr>
  </property>
  <property fmtid="{D5CDD505-2E9C-101B-9397-08002B2CF9AE}" pid="8" name="MSIP_Label_23783b43-919d-41d9-a60b-000e0ab7d420_ContentBits">
    <vt:lpwstr>2</vt:lpwstr>
  </property>
</Properties>
</file>